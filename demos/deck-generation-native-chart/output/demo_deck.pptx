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value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865</c:v>
                </c:pt>
                <c:pt idx="1">
                  <c:v>613</c:v>
                </c:pt>
                <c:pt idx="2">
                  <c:v>407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Segment A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135</c:v>
                </c:pt>
                <c:pt idx="2">
                  <c:v>128</c:v>
                </c:pt>
                <c:pt idx="3">
                  <c:v>150</c:v>
                </c:pt>
                <c:pt idx="4">
                  <c:v>162</c:v>
                </c:pt>
                <c:pt idx="5">
                  <c:v>170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Segment B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90</c:v>
                </c:pt>
                <c:pt idx="1">
                  <c:v>95</c:v>
                </c:pt>
                <c:pt idx="2">
                  <c:v>101</c:v>
                </c:pt>
                <c:pt idx="3">
                  <c:v>99</c:v>
                </c:pt>
                <c:pt idx="4">
                  <c:v>110</c:v>
                </c:pt>
                <c:pt idx="5">
                  <c:v>118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Segment C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60</c:v>
                </c:pt>
                <c:pt idx="1">
                  <c:v>58</c:v>
                </c:pt>
                <c:pt idx="2">
                  <c:v>66</c:v>
                </c:pt>
                <c:pt idx="3">
                  <c:v>72</c:v>
                </c:pt>
                <c:pt idx="4">
                  <c:v>70</c:v>
                </c:pt>
                <c:pt idx="5">
                  <c:v>81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table_a (demo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by segment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by period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deck</dc:title>
  <dc:subject/>
  <dc:creator>demo</dc:creator>
  <cp:keywords/>
  <dc:description>generated using python-pptx</dc:description>
  <cp:lastModifiedBy>demo</cp:lastModifiedBy>
  <cp:revision>1</cp:revision>
  <dcterms:created xsi:type="dcterms:W3CDTF">2013-01-27T09:14:16Z</dcterms:created>
  <dcterms:modified xsi:type="dcterms:W3CDTF">2013-01-27T09:15:58Z</dcterms:modified>
  <cp:category/>
</cp:coreProperties>
</file>